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Gaudí como una primera capa de soporte IT: el usuario pregunta, Gaudí busca contexto interno y la IA lo transforma en una respuesta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el valor está en automatizar consultas conocidas y estandarizar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no es una FAQ rígida: el usuario escribe cómo lo diría normalmente.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flujo principal. Enfatizar que /api/chat decide qué contexto enviar al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GitHub almacena código y archivos de conocimiento; no debe confundirse con la base de datos de métricas o valoraciones.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diapositiva para explicar las piezas sin entrar demasiado en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que el contexto hace que el sistema sea más útil que una FAQ, pero sigue siendo controlable.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IA no “aprende sola” del uso en producción: el equipo revisa feedback y mejora la base de conocimiento.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de valor: menos fricción para empleados y menos repetición para soporte.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UDI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471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Gaudí · Asistente interno IT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713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GAUDÍ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IT Support Assistant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4944" y="2542032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Overview of functionality, architecture and response sources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4944" y="3154680"/>
            <a:ext cx="3383280" cy="329184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Prepared for internal presentation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09560" y="987552"/>
            <a:ext cx="2377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98280" y="1481328"/>
            <a:ext cx="0" cy="420624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09560" y="1938528"/>
            <a:ext cx="2377440" cy="438912"/>
          </a:xfrm>
          <a:prstGeom prst="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Gaudí Web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98280" y="2432304"/>
            <a:ext cx="0" cy="420624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406640" y="2889504"/>
            <a:ext cx="3383280" cy="438912"/>
          </a:xfrm>
          <a:prstGeom prst="rect">
            <a:avLst/>
          </a:prstGeom>
          <a:solidFill>
            <a:srgbClr val="D1FAE5"/>
          </a:solidFill>
          <a:ln>
            <a:solidFill>
              <a:srgbClr val="A7F3D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Knowledge base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098280" y="3383280"/>
            <a:ext cx="0" cy="420624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909560" y="3840480"/>
            <a:ext cx="2377440" cy="438912"/>
          </a:xfrm>
          <a:prstGeom prst="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OpenAI API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98280" y="4334256"/>
            <a:ext cx="0" cy="420624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09560" y="4791456"/>
            <a:ext cx="2377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Response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The problem Gaudí solves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417320"/>
            <a:ext cx="10835640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</a:rPr>
              <a:t>“Reduce repetitive requests and provide consistent IT answers through a conversational interface.”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2615184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2615184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27340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💬  Repetitive requests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9536" y="3054096"/>
            <a:ext cx="3172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VPN, passwords, MFA, BlockID, credentials and onboarding questions come up repeatedly.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389120" y="2615184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89120" y="2615184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35424" y="27340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📚  Scattered information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535424" y="3054096"/>
            <a:ext cx="3172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Employees do not always know where to look or which procedure applies to their project.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065008" y="2615184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65008" y="2615184"/>
            <a:ext cx="73152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11312" y="2734056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🛠  First line of support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8211312" y="3054096"/>
            <a:ext cx="3172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Gaudí resolves known issues and guides users when escalation or a support ticket is required.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078992" y="4800600"/>
            <a:ext cx="9921240" cy="50292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Key idea: it does not replace the IT team; it filters, explains and speeds up frequent support queries.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User experience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Employees ask questions in natural language from a computer, mobile phone or tablet.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1993392"/>
            <a:ext cx="50292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993392"/>
            <a:ext cx="73152" cy="28803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21122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Example questions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9536" y="2432304"/>
            <a:ext cx="4773168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“How do I configure the VPN?”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“My project is Inditex.”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“A grey window appears.”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“How do I register BlockID?”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446520" y="199339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46520" y="1993392"/>
            <a:ext cx="73152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92824" y="21122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Adaptive response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592824" y="2432304"/>
            <a:ext cx="47731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Gaudí understands different ways of asking, maintains session context and responds in the user’s language.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446520" y="354787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46520" y="3547872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92824" y="36667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User actions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592824" y="3986784"/>
            <a:ext cx="47731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Users can rate the response, restart the conversation and receive step-by-step instructions.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6583680" y="5230368"/>
            <a:ext cx="1874520" cy="292608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Conversational interface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41080" y="5230368"/>
            <a:ext cx="1234440" cy="292608"/>
          </a:xfrm>
          <a:prstGeom prst="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Responsive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058400" y="5230368"/>
            <a:ext cx="914400" cy="292608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ES / EN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48B"/>
                </a:solidFill>
              </a:rPr>
              <a:t>From the user message to the final response.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066544" y="2788920"/>
            <a:ext cx="804672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43400" y="2788920"/>
            <a:ext cx="804672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75120" y="2788920"/>
            <a:ext cx="804672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979408" y="2788920"/>
            <a:ext cx="804672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97880" y="3364992"/>
            <a:ext cx="0" cy="795528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897880" y="4160520"/>
            <a:ext cx="237744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863072" y="3364992"/>
            <a:ext cx="0" cy="795528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2240280"/>
            <a:ext cx="135331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Employee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71216" y="2240280"/>
            <a:ext cx="1472184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Interface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web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48072" y="2240280"/>
            <a:ext cx="1527048" cy="10972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/api/chat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79792" y="2240280"/>
            <a:ext cx="1499616" cy="109728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knowledge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0" y="2240280"/>
            <a:ext cx="1472184" cy="109728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OpenAI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79792" y="3822192"/>
            <a:ext cx="15910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Response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final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0" y="3822192"/>
            <a:ext cx="173736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Rating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user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54680" y="5029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The backend prepares the correct context before calling the AI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Where the answers come from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554480"/>
            <a:ext cx="50292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554480"/>
            <a:ext cx="73152" cy="31546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96112" y="167335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📁  Information source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96112" y="1993392"/>
            <a:ext cx="47731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The knowledge base is stored in project files added and maintained by the developer, for example: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knowledge.json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vpnProjects.json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419088" y="1554480"/>
            <a:ext cx="50292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19088" y="1554480"/>
            <a:ext cx="73152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65392" y="1673352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🤖  Role of AI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565392" y="1993392"/>
            <a:ext cx="4773168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OpenAI does not inherently “know” the internal information. It receives the question and relevant context, then generates a clear explanation.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04672" y="52578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Suggested presentation message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5532120"/>
            <a:ext cx="10698480" cy="4572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“The developer maintains the knowledge base; Gaudí retrieves the relevant information, and AI turns it into a conversational response.”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353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48B"/>
                </a:solidFill>
              </a:rPr>
              <a:t>Main system components.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874520"/>
            <a:ext cx="7315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9536" y="199339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Frontend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59536" y="2313432"/>
            <a:ext cx="21214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Next.js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Chat, buttons, ratings, responsive design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310128" y="187452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10128" y="1874520"/>
            <a:ext cx="73152" cy="187452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56432" y="19933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Backend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3456432" y="2313432"/>
            <a:ext cx="22128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/api/chat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Processes session, language, project and context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007608" y="187452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07608" y="1874520"/>
            <a:ext cx="73152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53912" y="199339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GitHub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153912" y="2313432"/>
            <a:ext cx="24414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Code + knowledge.json + vpnProjects.json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Maintained by the developer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942832" y="1874520"/>
            <a:ext cx="2514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942832" y="18745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89136" y="1993392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OpenAI API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9089136" y="2313432"/>
            <a:ext cx="225856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Natural language understanding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Response generation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1856232" y="4297680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856232" y="4297680"/>
            <a:ext cx="73152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002536" y="44165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Database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2002536" y="4736592"/>
            <a:ext cx="3584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Stores questions, answers, ratings and comments for continuous improvement.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6473952" y="4297680"/>
            <a:ext cx="3840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73952" y="4297680"/>
            <a:ext cx="73152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20256" y="44165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Vercel / deployment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6620256" y="4736592"/>
            <a:ext cx="3584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Web deployment, branch previews and environment variables.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Context, sessions and personalization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35331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48B"/>
                </a:solidFill>
              </a:rPr>
              <a:t>Gaudí understands the conversation, not just an isolated question.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187452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18745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199339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sessionId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96112" y="2313432"/>
            <a:ext cx="2944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Temporarily maintains the user’s conversation thread.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462272" y="1874520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1993392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User project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608576" y="2313432"/>
            <a:ext cx="32644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If an employee says “I work on Inditex,” Gaudí can use that information in subsequent questions.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485632" y="18745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85632" y="187452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31936" y="19933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Language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8631936" y="2313432"/>
            <a:ext cx="24871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The response adapts to the language of the query: Spanish or English.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Context 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4005072"/>
            <a:ext cx="5166360" cy="1261872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User: “I work on Inditex.”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Gaudí: stores the project in the session.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User: “Which VPN should I use?”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Gaudí: responds using the Inditex data.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0196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User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005072"/>
            <a:ext cx="4800600" cy="1261872"/>
          </a:xfrm>
          <a:prstGeom prst="rect">
            <a:avLst/>
          </a:prstGeom>
          <a:solidFill>
            <a:srgbClr val="D1FAE5"/>
          </a:solidFill>
          <a:ln>
            <a:solidFill>
              <a:srgbClr val="A7F3D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Users can reset the context at any time. The session is temporary and is designed to improve the current conversation.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Continuous improvement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48B"/>
                </a:solidFill>
              </a:rPr>
              <a:t>The system improves operationally through usage data and human maintenance.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011680" y="2880360"/>
            <a:ext cx="74980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87952" y="2880360"/>
            <a:ext cx="749808" cy="0"/>
          </a:xfrm>
          <a:prstGeom prst="line">
            <a:avLst/>
          </a:prstGeom>
          <a:noFill/>
          <a:ln w="1778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382512" y="2880360"/>
            <a:ext cx="749808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577072" y="2880360"/>
            <a:ext cx="749808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331720"/>
            <a:ext cx="12618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Questions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and answers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61488" y="2331720"/>
            <a:ext cx="1426464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Ratings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and comments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1444752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Human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2331720"/>
            <a:ext cx="1444752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Update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GitHub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0" y="2331720"/>
            <a:ext cx="1417320" cy="100584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New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version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97280" y="4206240"/>
            <a:ext cx="44805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97280" y="4206240"/>
            <a:ext cx="73152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43584" y="43251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What can be identified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243584" y="4645152"/>
            <a:ext cx="42245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frequent questions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missing information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unclear responses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new incidents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procedures that need updating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492240" y="4206240"/>
            <a:ext cx="44805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73152" cy="14813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38544" y="432511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What can be improved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6638544" y="4645152"/>
            <a:ext cx="422452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knowledge base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assistant instructions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user flow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response quality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• escalation to human support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Presentation 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Final presentation message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143000"/>
            <a:ext cx="100584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08760"/>
            <a:ext cx="1069848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</a:rPr>
              <a:t>“Gaudí combines internal knowledge, user context and AI to provide a fast, consistent first response.”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9808" y="278892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49808" y="27889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29077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✅  What it already demonstrates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896112" y="3227832"/>
            <a:ext cx="3145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An internal chatbot capable of answering IT questions using context, language and a dedicated knowledge base.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370832" y="278892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70832" y="2788920"/>
            <a:ext cx="73152" cy="138988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17136" y="29077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🔎  Key point to explain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517136" y="3227832"/>
            <a:ext cx="3145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Answers come from internal information maintained by the developer, not from unrestricted AI invention.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991856" y="2788920"/>
            <a:ext cx="3401568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991856" y="27889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38160" y="29077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</a:rPr>
              <a:t>🚀  Next step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8138160" y="3227832"/>
            <a:ext cx="3145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Expand procedures, review metrics, strengthen quality control and prepare a secure demo.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5010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Executive summary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5321808"/>
            <a:ext cx="10698480" cy="41148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Intelligent first line of support: resolves known queries, guides users and captures data to improve the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Proyecto Gaudí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Gaudí - Asistente interno de soporte IT</dc:title>
  <dc:subject>Resumen de funcionamiento y construcción de Gaudí</dc:subject>
  <dc:creator>OpenAI</dc:creator>
  <cp:lastModifiedBy>OpenAI</cp:lastModifiedBy>
  <cp:revision>1</cp:revision>
  <dcterms:created xsi:type="dcterms:W3CDTF">2026-09-18T13:34:01Z</dcterms:created>
  <dcterms:modified xsi:type="dcterms:W3CDTF">2026-09-18T13:34:01Z</dcterms:modified>
</cp:coreProperties>
</file>